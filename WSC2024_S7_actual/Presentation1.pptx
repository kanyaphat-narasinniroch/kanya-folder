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2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9D0A7-3BE6-7A28-38E9-AEFE35AFFB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577F6F-6040-B6B9-CA49-45EF297C9C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D88E5-FFC1-71B3-8838-8D55FD6A6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E070-8A99-46B9-A572-DBA12FD3CD7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12F81-BD65-56C6-60BB-56C0D7405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0CAC9-D1BD-093F-FB6E-EA21093AB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E7A23-5374-4D84-8A77-2E3869EC2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477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C1A58-D20A-F8FF-3CF8-437017D02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EFB1B-1710-4A38-FDED-69B97747E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2CCEE-53F8-6F81-973C-8C0F4C5DE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E070-8A99-46B9-A572-DBA12FD3CD7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AA403-F30A-7586-3243-531F80A3F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4B921-C758-168A-6848-05C48D7EB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E7A23-5374-4D84-8A77-2E3869EC2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616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EDD5A-D84A-BF0E-D46C-E7700EDD3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D9193C-2584-DEB8-B06D-7B28CFE20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1BFEA-BC58-C4B3-8879-97AD4FCC7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E070-8A99-46B9-A572-DBA12FD3CD7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79D4A-471E-3332-C8DD-B254AF2A1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5E0B1-9D64-2786-55B9-5366B2922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E7A23-5374-4D84-8A77-2E3869EC2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875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4764B-CF0B-EC42-FE1C-4A61ABDA5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F22DD-CFA7-716B-FA47-237E019C78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C8504D-38E6-1F1F-5F08-DEFC40A92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D0B76F-5235-CA76-AB19-BFD45567F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E070-8A99-46B9-A572-DBA12FD3CD7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8A0DA-27E7-95EE-AFE1-43673C1AB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7148E8-D67A-4657-154D-5F792F6D5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E7A23-5374-4D84-8A77-2E3869EC2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750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B9E68-C650-CEFF-908D-4AD3A66E3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0B49E-3390-9129-12A1-1A99C6A58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642876-BC7A-34CA-FD80-D3A9F4A099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B3986D-FD75-E6BA-364B-E65064FFA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907492-7774-0A54-C831-EC44C6B60B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7779E4-2B51-69BC-49F5-C3F4B717F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E070-8A99-46B9-A572-DBA12FD3CD7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89E97D-DE64-76A9-EB8D-ACBB78E91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87DC5-C76C-3C2F-463D-007BBD5B5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E7A23-5374-4D84-8A77-2E3869EC2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790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7CE2B-AC22-A0FA-C245-224808554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5F6E14-5A10-F5E6-6A49-D6CA999EC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E070-8A99-46B9-A572-DBA12FD3CD7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86E72C-A4ED-7716-1D4E-62B58AB92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123690-D3A8-D5F2-F461-FF562ECB4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E7A23-5374-4D84-8A77-2E3869EC2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411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9C4579-8B83-D9F3-76D3-CA481EFBF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E070-8A99-46B9-A572-DBA12FD3CD7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1DC7C4-D5E4-25B8-E864-AFAB1EA4B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280C7-4E98-D9D2-BEE0-A73BE4EEC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E7A23-5374-4D84-8A77-2E3869EC2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155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2D215-0AEF-84E6-449A-43C07BAD9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3F173-EBA9-165E-9816-7FF774369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725AFA-9196-1379-CF99-B14B55C77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BB397F-F4F8-21E4-0C62-3BFD2D92B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E070-8A99-46B9-A572-DBA12FD3CD7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A4D72-EF6B-C8E4-76AC-F4C294882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3AE2A7-7AA3-2639-5D6C-50A179909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E7A23-5374-4D84-8A77-2E3869EC2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52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489BB-34D7-0BC2-1CDE-2C458D66A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B51651-2046-E40D-A8E8-707786D38D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FF2A7-5311-04E0-DFBB-29C5BD49A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C4CECB-23FB-9018-64EE-23C8C44DD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E070-8A99-46B9-A572-DBA12FD3CD7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BE44F-61F8-B2FB-0EA6-8412E71F7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0A4554-01F0-9AC3-AB1E-65C25C2C5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E7A23-5374-4D84-8A77-2E3869EC2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952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91971-DEC7-7C0F-D4A7-7896BA3C3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93BE0B-393B-31C5-8CB5-72B9B91FCC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0021E-051A-B2D6-BAAD-4819AB7D4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E070-8A99-46B9-A572-DBA12FD3CD7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6B041-4A68-5F14-CB43-11B4E9D3B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DD81E-8810-B279-797A-F895A1FAD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E7A23-5374-4D84-8A77-2E3869EC2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236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5CC820-F4E0-111A-DD9F-05452E58AE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51615E-B27F-E101-A808-A4C881BD2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1E2F8-A83C-ECC8-9F69-FA9D069AB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E070-8A99-46B9-A572-DBA12FD3CD7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A05EC-735E-987A-E8B8-0DCE9E01E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B20A5-CA3A-D8B4-A56C-7BF383CB6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E7A23-5374-4D84-8A77-2E3869EC2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01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F3CDD8-7E7A-DAB8-5307-E9C26ABC1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0F58E-22C5-941D-223B-39B1E4DD5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2B0BE-7AC1-08D3-DCE6-9DE217B160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3BE070-8A99-46B9-A572-DBA12FD3CD7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70EBD-11D1-C4D0-4E89-7EC378CD76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6EF97-386C-F45A-B4AB-CACB5D2C1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1E7A23-5374-4D84-8A77-2E3869EC2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733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FC5B3F71-8FAB-FDAB-7102-9E99758945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01516" y="3276600"/>
            <a:ext cx="4146884" cy="4146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BC4BAA-F6A8-4802-FF74-B745483077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047750"/>
            <a:ext cx="7620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375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56185-D694-CDA5-3F07-5839A6BB9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6A39A9-CE99-CF20-E115-2F7F3BE624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889" y="125161"/>
            <a:ext cx="11211425" cy="467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639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693D9-4C12-C2B5-DE6E-364214AF4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6FD4CB-FC62-9C7F-00FA-0F337B3341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6772" y="141203"/>
            <a:ext cx="6490995" cy="649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847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E41C1-A6C3-C76F-9220-2C7FD8431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D0D09E-E88B-1323-E7BC-4933794234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862" y="268538"/>
            <a:ext cx="9958938" cy="622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402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903A-100E-5471-DDC9-6485D26D0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C0F314-B6A0-6EA3-CD06-78322DB8FA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89" y="365125"/>
            <a:ext cx="10443211" cy="560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59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22722-98AD-75A4-8CAA-23B985729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134D32-A7D1-BECC-79C8-5D1AE31D4C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9888" y="183502"/>
            <a:ext cx="6490996" cy="6490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641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F8283-C39B-DE5B-7543-2350446E7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5DECA7-632A-7DB4-86C6-FCB436128C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946" y="365125"/>
            <a:ext cx="8702676" cy="585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792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4F68A-26A7-9ED9-8BFD-A534E2509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306B83-99D3-4A54-9163-562A7B289B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952" y="365125"/>
            <a:ext cx="9212096" cy="579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108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joonnatee Seesaichon</dc:creator>
  <cp:lastModifiedBy>joonnatee Seesaichon</cp:lastModifiedBy>
  <cp:revision>1</cp:revision>
  <dcterms:created xsi:type="dcterms:W3CDTF">2026-04-03T01:43:20Z</dcterms:created>
  <dcterms:modified xsi:type="dcterms:W3CDTF">2026-04-03T01:44:09Z</dcterms:modified>
</cp:coreProperties>
</file>